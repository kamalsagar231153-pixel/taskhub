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 Product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Research &amp; Development process for new product 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product idea, target users, and core functionality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competitors, customer needs, and technology feasibility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system structure, UI/UX design, and technical specifications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early prototype to test functionality and usability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quality testing, performance checks, and user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Product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 product specifications and prepare for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 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Manager, Designers, Developers, QA Engineers, and Analysts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innovation and testing lead to successful product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